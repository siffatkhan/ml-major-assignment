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Epileptic Seizure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3657600" cy="457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t>Machine Learning Assignment — IEEE Technical Style Presentation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Focus: preprocessing pipelines, regularisation techniques, and imbalance handling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Objective: improve seizure detection performance using classical machine learning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Author: Siffat Khan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D1B2A"/>
                </a:solidFill>
              </a:rPr>
              <a:t>Introduction to Epileptic Seizure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3657600" cy="457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505050"/>
                </a:solidFill>
              </a:defRPr>
            </a:pPr>
            <a:r>
              <a:t>Epileptic seizures are abnormal bursts of electrical activity in the brain.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EEG (Electroencephalogram) signals are commonly used to monitor brain activity.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Manual seizure detection is time-consuming and error-prone.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Machine learning can automatically classify seizure vs non-seizure patterns.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Reliable detection systems are important in clinical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3657600" cy="457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t>EEG datasets contain high-dimensional and noisy signals.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Class imbalance causes seizure samples to be much fewer than normal samples.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Overfitting can occur when models learn noise instead of patterns.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Different preprocessing strategies strongly influence model performance.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Goal: identify the best preprocessing and regularisation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D1B2A"/>
                </a:solidFill>
              </a:rP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3657600" cy="457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505050"/>
                </a:solidFill>
              </a:defRPr>
            </a:pPr>
            <a:r>
              <a:t>Dataset 1 — UCI Epileptic Seizure Recognition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• 11,500 EEG samples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• 178 numerical features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• Binary classification after label grouping</a:t>
            </a:r>
          </a:p>
          <a:p>
            <a:pPr>
              <a:defRPr sz="1900">
                <a:solidFill>
                  <a:srgbClr val="505050"/>
                </a:solidFill>
              </a:defRPr>
            </a:pP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Dataset 2 — CHB-MIT EEG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• Multi-channel EEG recordings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• Raw temporal signal data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• Suitable for deep learning experiments</a:t>
            </a:r>
          </a:p>
          <a:p>
            <a:pPr>
              <a:defRPr sz="1900">
                <a:solidFill>
                  <a:srgbClr val="505050"/>
                </a:solidFill>
              </a:defRPr>
            </a:pP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Dataset 3 — BEED EEG Dataset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• Balanced multi-class EEG dataset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• Useful for generalisation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Pipeline A — Filter then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3657600" cy="457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t>Step 1: MinMax Normalisation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Scales all features into range [0,1]</a:t>
            </a:r>
          </a:p>
          <a:p>
            <a:pPr>
              <a:defRPr sz="1900">
                <a:solidFill>
                  <a:srgbClr val="FFFFFF"/>
                </a:solidFill>
              </a:defRPr>
            </a:pP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Step 2: SelectKBest (ANOVA F-Test)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Selects top 60 discriminative features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Removes noisy and irrelevant features</a:t>
            </a:r>
          </a:p>
          <a:p>
            <a:pPr>
              <a:defRPr sz="1900">
                <a:solidFill>
                  <a:srgbClr val="FFFFFF"/>
                </a:solidFill>
              </a:defRPr>
            </a:pP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Step 3: StandardScaler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Re-centres data to mean = 0 and std = 1</a:t>
            </a:r>
          </a:p>
          <a:p>
            <a:pPr>
              <a:defRPr sz="1900">
                <a:solidFill>
                  <a:srgbClr val="FFFFFF"/>
                </a:solidFill>
              </a:defRPr>
            </a:pP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Result: interpretable and highly discriminative feature space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D1B2A"/>
                </a:solidFill>
              </a:rPr>
              <a:t>Pipeline B — Compress then Rescale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3657600" cy="457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505050"/>
                </a:solidFill>
              </a:defRPr>
            </a:pPr>
            <a:r>
              <a:t>Step 1: StandardScaler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• Standardises all features</a:t>
            </a:r>
          </a:p>
          <a:p>
            <a:pPr>
              <a:defRPr sz="1900">
                <a:solidFill>
                  <a:srgbClr val="505050"/>
                </a:solidFill>
              </a:defRPr>
            </a:pP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Step 2: PCA (Principal Component Analysis)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• Compresses features into latent components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• Retains 95% explained variance</a:t>
            </a:r>
          </a:p>
          <a:p>
            <a:pPr>
              <a:defRPr sz="1900">
                <a:solidFill>
                  <a:srgbClr val="505050"/>
                </a:solidFill>
              </a:defRPr>
            </a:pP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Step 3: MinMax Scaling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• Rescales PCA outputs</a:t>
            </a:r>
          </a:p>
          <a:p>
            <a:pPr>
              <a:defRPr sz="1900">
                <a:solidFill>
                  <a:srgbClr val="505050"/>
                </a:solidFill>
              </a:defRPr>
            </a:pP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Result: reduced dimensionality but lower interpretability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Pipeline Comparison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3657600" cy="457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t>Pipeline A Results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ROC-AUC: 82.90%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F1-Score: 56.21%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Better class discrimination</a:t>
            </a:r>
          </a:p>
          <a:p>
            <a:pPr>
              <a:defRPr sz="1900">
                <a:solidFill>
                  <a:srgbClr val="FFFFFF"/>
                </a:solidFill>
              </a:defRPr>
            </a:pP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Pipeline B Results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ROC-AUC: 80.55%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F1-Score: 53.67%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PCA compressed some useful discriminative information</a:t>
            </a:r>
          </a:p>
          <a:p>
            <a:pPr>
              <a:defRPr sz="1900">
                <a:solidFill>
                  <a:srgbClr val="FFFFFF"/>
                </a:solidFill>
              </a:defRPr>
            </a:pP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Conclusion: supervised feature selection outperformed unsupervised PCA.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D1B2A"/>
                </a:solidFill>
              </a:rPr>
              <a:t>Baseline Logistic Regression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3657600" cy="457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505050"/>
                </a:solidFill>
              </a:defRPr>
            </a:pPr>
            <a:r>
              <a:t>Validation Metrics (Pipeline A)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• Accuracy: 75.60%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• Precision: 45.10%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• Recall: 77.86%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• F1-Score: 57.12%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• ROC-AUC: 83.25%</a:t>
            </a:r>
          </a:p>
          <a:p>
            <a:pPr>
              <a:defRPr sz="1900">
                <a:solidFill>
                  <a:srgbClr val="505050"/>
                </a:solidFill>
              </a:defRPr>
            </a:pP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Observation: High recall is clinically important because missed seizures are dangerous.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Overfitting vs Underfitting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3657600" cy="457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t>Underfitting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Occurs when model is too simple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Strong regularisation reduces learning capacity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Training and validation performance both remain low</a:t>
            </a:r>
          </a:p>
          <a:p>
            <a:pPr>
              <a:defRPr sz="1900">
                <a:solidFill>
                  <a:srgbClr val="FFFFFF"/>
                </a:solidFill>
              </a:defRPr>
            </a:pP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Overfitting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Model memorises training noise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Training performance becomes very high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Validation performance decreases</a:t>
            </a:r>
          </a:p>
          <a:p>
            <a:pPr>
              <a:defRPr sz="1900">
                <a:solidFill>
                  <a:srgbClr val="FFFFFF"/>
                </a:solidFill>
              </a:defRPr>
            </a:pP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Best configuration achieved balanced bias-variance tradeoff.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D1B2A"/>
                </a:solidFill>
              </a:rPr>
              <a:t>Regularisation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3657600" cy="457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505050"/>
                </a:solidFill>
              </a:defRPr>
            </a:pPr>
            <a:r>
              <a:t>L1 Regularisation (Lasso)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• Produces sparse coefficients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• Removes irrelevant features</a:t>
            </a:r>
          </a:p>
          <a:p>
            <a:pPr>
              <a:defRPr sz="1900">
                <a:solidFill>
                  <a:srgbClr val="505050"/>
                </a:solidFill>
              </a:defRPr>
            </a:pP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L2 Regularisation (Ridge)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• Shrinks coefficients smoothly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• Handles correlated features effectively</a:t>
            </a:r>
          </a:p>
          <a:p>
            <a:pPr>
              <a:defRPr sz="1900">
                <a:solidFill>
                  <a:srgbClr val="505050"/>
                </a:solidFill>
              </a:defRPr>
            </a:pP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Elastic Net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• Combines L1 + L2 advantages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• Provides stability and sparsity simultaneously</a:t>
            </a:r>
          </a:p>
          <a:p>
            <a:pPr>
              <a:defRPr sz="1900">
                <a:solidFill>
                  <a:srgbClr val="505050"/>
                </a:solidFill>
              </a:defRPr>
            </a:pP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Elastic Net achieved the strongest generalisation profile.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Handling Class Imbalance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3657600" cy="457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t>Baseline Model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High precision but poor recall</a:t>
            </a:r>
          </a:p>
          <a:p>
            <a:pPr>
              <a:defRPr sz="1900">
                <a:solidFill>
                  <a:srgbClr val="FFFFFF"/>
                </a:solidFill>
              </a:defRPr>
            </a:pP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Class Weighting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Penalises mistakes on minority seizure class</a:t>
            </a:r>
          </a:p>
          <a:p>
            <a:pPr>
              <a:defRPr sz="1900">
                <a:solidFill>
                  <a:srgbClr val="FFFFFF"/>
                </a:solidFill>
              </a:defRPr>
            </a:pP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SMOTE Oversampling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Creates synthetic seizure examples</a:t>
            </a:r>
          </a:p>
          <a:p>
            <a:pPr>
              <a:defRPr sz="1900">
                <a:solidFill>
                  <a:srgbClr val="FFFFFF"/>
                </a:solidFill>
              </a:defRPr>
            </a:pP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Random Undersampling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Reduces majority class dominance</a:t>
            </a:r>
          </a:p>
          <a:p>
            <a:pPr>
              <a:defRPr sz="1900">
                <a:solidFill>
                  <a:srgbClr val="FFFFFF"/>
                </a:solidFill>
              </a:defRPr>
            </a:pP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Result: Recall improved from 43% to approximately 79%.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D1B2A"/>
                </a:solidFill>
              </a:rPr>
              <a:t>Clinical Importance of Recall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3657600" cy="457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505050"/>
                </a:solidFill>
              </a:defRPr>
            </a:pPr>
            <a:r>
              <a:t>False Negatives = missed seizures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False Positives = false alarms</a:t>
            </a:r>
          </a:p>
          <a:p>
            <a:pPr>
              <a:defRPr sz="1900">
                <a:solidFill>
                  <a:srgbClr val="505050"/>
                </a:solidFill>
              </a:defRPr>
            </a:pP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In medical systems, missing a seizure is more dangerous than generating extra warnings.</a:t>
            </a:r>
          </a:p>
          <a:p>
            <a:pPr>
              <a:defRPr sz="1900">
                <a:solidFill>
                  <a:srgbClr val="505050"/>
                </a:solidFill>
              </a:defRPr>
            </a:pP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Therefore, recall is prioritised over precision in seizure prediction systems.</a:t>
            </a:r>
          </a:p>
          <a:p>
            <a:pPr>
              <a:defRPr sz="1900">
                <a:solidFill>
                  <a:srgbClr val="505050"/>
                </a:solidFill>
              </a:defRPr>
            </a:pP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Balancing strategies significantly improved recall while maintaining acceptable ROC-AUC.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Limitations of Logistic Regression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3657600" cy="457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t>Logistic Regression is a linear model.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EEG signals are highly non-linear and time-dependent.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The model cannot fully capture temporal relationships.</a:t>
            </a:r>
          </a:p>
          <a:p>
            <a:pPr>
              <a:defRPr sz="1900">
                <a:solidFill>
                  <a:srgbClr val="FFFFFF"/>
                </a:solidFill>
              </a:defRPr>
            </a:pP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Performance remained between 73–77% accuracy.</a:t>
            </a:r>
          </a:p>
          <a:p>
            <a:pPr>
              <a:defRPr sz="1900">
                <a:solidFill>
                  <a:srgbClr val="FFFFFF"/>
                </a:solidFill>
              </a:defRPr>
            </a:pP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Future improvements may include: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Random Forest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SVM with RBF kernel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CNN-based EEG models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• LSTM recurrent networks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D1B2A"/>
                </a:solidFill>
              </a:rPr>
              <a:t>Final 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3657600" cy="457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505050"/>
                </a:solidFill>
              </a:defRPr>
            </a:pPr>
            <a:r>
              <a:t>Pipeline A achieved the strongest overall performance.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ANOVA feature selection outperformed PCA compression.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Elastic Net provided the best balance between sparsity and stability.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Class balancing dramatically improved recall.</a:t>
            </a: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Logistic Regression provided strong baseline performance but has limitations.</a:t>
            </a:r>
          </a:p>
          <a:p>
            <a:pPr>
              <a:defRPr sz="1900">
                <a:solidFill>
                  <a:srgbClr val="505050"/>
                </a:solidFill>
              </a:defRPr>
            </a:pPr>
          </a:p>
          <a:p>
            <a:pPr>
              <a:defRPr sz="1900">
                <a:solidFill>
                  <a:srgbClr val="505050"/>
                </a:solidFill>
              </a:defRPr>
            </a:pPr>
            <a:r>
              <a:t>Future work should evaluate deep learning methods on raw EEG signals.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